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431" r:id="rId3"/>
    <p:sldId id="366" r:id="rId4"/>
    <p:sldId id="369" r:id="rId5"/>
    <p:sldId id="43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20C49-3DF1-43B4-BA4F-BB90F56AB143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539C8-4396-4F3C-95EA-554D5B19F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95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733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008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420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E758-AED8-8CDE-9818-2950B506B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E23265-4FD5-643F-EE5D-EA1F31DF9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6274AF-BAC2-6725-E60C-44AE5076D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89A727-1E09-E99B-ED3B-4E89D7F91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5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EADC2-EEA3-AA4A-ECE2-782ABC4A2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D65A6D-5906-0934-4168-1CABCDC94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E02A7-3314-E3E7-5F3F-5F0A48FE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A5C2B8-2BF9-5DF3-FD04-1243F347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3C8DCB-1D59-25FE-0B31-F7BEB8DD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572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643C78-44ED-E223-DF2A-0320D561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0DEF4-3FA5-7A6E-14AA-1AB3F37B0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33D3F9-78B1-DEC2-570F-9040F38C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0999A-2BA6-B6B5-F7B8-0DFB7033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37CD31-7E95-DDB5-6BAD-8E1B7809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50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C3D82-C59B-E6A3-9C65-A6E37357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A641D0-8EAE-431D-9FE8-D57B9CF76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748C3-E78D-E612-4F1D-18226013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C4B2B7-6BAA-502C-FA22-0AF4F4DC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7A4936-C324-BF24-FB18-3E35987F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1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D1FEF5-5349-95EC-5C2D-FA487FC6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08BABD-5A4E-E6BE-48BC-8D761CC4C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814943-45DE-6BFB-3BCC-9F5CE09DB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AC354E-1743-FD48-5681-38869E1D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FF1B27-74EC-F591-C106-D8F01508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5B9B07-F362-595D-BEAD-A9F5EBDF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10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BC1DA-4187-65F1-F3E1-F1A3BB0B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BC4419-D597-7F2F-9ABB-7F2EDD094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09B0BE-D054-00D2-5BC7-6ACEF39A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A4F9EB7-160C-103A-EEA2-708668742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6C2AF9-5911-93B7-13AB-9D071F635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74BE6A-963F-A13E-73F3-2326E9A6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E1BFBA-B6B2-8BED-D792-3EB6EEA4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0BDADF2-86A7-3D83-B47D-07304DDD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14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D822-7A65-B8EB-9F03-604D1E13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82D8DF-0E94-CA3A-6DD9-5969410B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CB29CE-BA9F-7EB1-9467-509758D8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6CB4C4-E6A9-AECD-7FF1-0D6A95AD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76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CA7E6C-55A9-DFA3-247B-E8DAD471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38AAA0-4838-4344-9E14-AD326C60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99AE7D-80EA-774D-9ADE-7E8BF7A5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41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42650-E5E6-EE5C-A803-8719B250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C7C36A-E3E9-9816-BA45-A657AF74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393363-0400-2B64-4F8D-0C72EC669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B2ED71-50EE-3F9E-1D60-368C6530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95B03F-0046-99A4-3D11-D8AAE853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AAF3A6-6CC5-5727-138A-DC103514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11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3248BE-858E-DDD3-A577-A5C33DFD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11D0EC-B636-7A93-55F9-478183F07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A6DF16-F46D-A4FB-164C-B5FF8EB9E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12D72A-1015-7A7F-2E7A-D89D5A08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0A948B-CC48-3B17-1A04-DB03EF05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82F8DB-A0BF-A97B-8AF1-B10C7192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05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A97938-868A-856B-6188-6C922228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66595B-E45E-B8E2-FBEF-19A9FE84A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2DDA7C-D6FF-79AD-FBD3-E8CC4EB11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A10A20-1FA1-EC17-DB17-55FED047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056A1B-20B1-EF71-0558-FDF5B2BD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85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E72C74-3828-407C-0315-D9B2EBB77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749914-0076-7EF1-6612-C83720CAA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552CC7-35E0-95B5-1C72-DF5A9D40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9CF4B2-4862-359F-717D-930167A9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D3ADCA-601E-DF14-D1CF-8BB50E79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416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CE34C-5F30-E004-14A3-31D1834D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3B508D-056E-A031-BE11-68A3B929E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5F4B2D-4873-E79E-EAB8-60C959BD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EB141D-F63B-9477-714D-595FA074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B2392C-ADB0-8691-60E8-C8F5554B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15EDB0-FAFA-4746-7357-155E62EB3FFD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530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9C881-77FF-26A0-B0AA-2FC95B0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91141-EDE7-A3CD-CE98-782E7397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1A796-BFB7-13D0-FAA9-57F976C5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A3FED8-5DAD-9082-20A7-A57D4001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3415A8-E492-CC66-D38A-26907BFA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9EB9BA3-670F-E1B8-D5DA-F904B463574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789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0855C-1B31-1055-96D7-82245BB0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5CF74A-66CC-06B1-8420-E640DBA0D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4BD00-8378-7177-8D50-8966F5CE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A4298C-7D08-C318-6B67-73281EFD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F6BFCD-D9DC-938B-F165-129DC84A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04319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45C2E-9454-04B9-A8C8-10405663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B05C44-B545-AEBF-1B4F-8771F4E16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115737-6BD0-C700-E4A1-4B2E02B1F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B11FC4-499A-9EA8-CE94-ED7819B4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B5B2F9-BE54-00E3-91D8-0E10F9FB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F48220-FC9B-A5FE-DBF1-34814A70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14812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BABCA-DE77-7187-FB7E-0D5EBDB7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DF2416-216B-E802-7954-FAC3C585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971238-A972-49CC-B8C5-FC09832E6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A290E1-CCF6-CF8A-00FC-58FCC8DAB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24C32D-A68A-7DEB-533C-E8B6036CA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2ECAC3-D69A-2607-E8DA-DCC600F1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6BF325-7B41-38A3-BAAB-4C65877D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D87668-C539-1781-48EC-328A7E02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60154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E1237-F2C1-64BA-0F60-8BC681BE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AB3C96-8ADE-FCD6-9A17-65087499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7BF9AD-E4BD-D8BE-3E57-4EA56D3A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6EF205-F7F3-DF8B-E6E9-FFC521E3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94122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F6683A-B009-4274-F206-6CCCF7541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E7822D1-213D-9F07-EF83-21D7CA97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3113B4-6829-B8A2-9D39-88F3CC3E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50299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A20D5-100C-5335-6F0B-B8A24D90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DAA762-30E0-588E-3387-3DD9FBAF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44C36D-944F-2F35-1974-0296C00D0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7E3084-4434-D426-FA7A-213933A4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AB7BDB-390E-CB5E-0D42-164ECBA8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EDE1D2-9365-F56B-849D-09F538A0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3464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35A03A-076B-4A8E-D36B-E1474453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FD269B6-5229-6F55-F69C-EF6DE651A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C56D6B-B727-0B62-29C8-E7D3C3770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032E54-6FA9-FB3F-AA20-D8BC7F6B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A02D08-338E-55F0-509D-5CB4D5EE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DB6354-9DBD-6234-09C1-562480A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9866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4547-EA7D-828A-EAD8-188C5685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23270B-07FA-6E7F-6EA6-0A37D084F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BD5E68-1613-D5AB-B838-87907C42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BEB3D9-6C7B-BAF2-6D01-B39C921E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66041-11AD-124F-036E-85912BD4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33496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DB4A5FE-492B-6FA2-7AF9-32EEBD274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5DC435-401E-A167-DB53-846B39085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710F01-C33F-D85D-7F46-E3D50047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03F045-DD90-E6D3-F4B2-C0C445F9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1219BB-D61C-2BC1-EFEB-2D039340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28523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avec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 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10" name="Espace réservé d’image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97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AF85283-89DA-A571-0AAE-4D929313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AFD36B-917D-C852-5681-73EBA197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82AE1B-6609-42CA-C761-9FC5E68CD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A72C2-A25D-4068-B6D7-C192124F92B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CC85DB-5B8E-288C-D23E-8E62D64BD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F67DF3-3066-BF5D-FB85-D8B0E194E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A4938-6F60-4986-8902-97B45111F1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72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8D46A8-5107-3455-782C-6A1ABF3B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C4AD2E-E0B2-0A1C-0827-35401052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40631-944B-7069-8361-1656522CB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DAA6A3-976A-35E7-51FC-E5454BA93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55778-8E2B-7450-C7A5-9322B3085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522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Présentation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orale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B06FF08-3B64-874F-7DD8-42547CB9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011" y="1845271"/>
            <a:ext cx="9403850" cy="4341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fr-FR" sz="2400" dirty="0"/>
              <a:t>Projet </a:t>
            </a:r>
            <a:r>
              <a:rPr lang="fr-FR" sz="2400" i="1" dirty="0"/>
              <a:t>(à partir de novembre) </a:t>
            </a:r>
            <a:r>
              <a:rPr lang="fr-FR" sz="2400" dirty="0"/>
              <a:t>: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Présentation de 15 minutes + 5 minutes de questions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Groupes de 3 </a:t>
            </a:r>
            <a:r>
              <a:rPr lang="fr-FR" sz="2000" i="1" dirty="0"/>
              <a:t>(avec un groupe de 2 ou 4 au besoin)</a:t>
            </a:r>
            <a:endParaRPr lang="fr-FR" sz="2000" dirty="0"/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Doit prendre appui sur des publications scientifiques 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Points bonus :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Algo quantique illustrant le thème abordé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Comparaison d’articles scientifiques en lien avec le thème abordé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Interactivité avec le « public »</a:t>
            </a:r>
          </a:p>
        </p:txBody>
      </p:sp>
      <p:pic>
        <p:nvPicPr>
          <p:cNvPr id="3074" name="Picture 2" descr="arXiv — Wikipédia">
            <a:extLst>
              <a:ext uri="{FF2B5EF4-FFF2-40B4-BE49-F238E27FC236}">
                <a16:creationId xmlns:a16="http://schemas.microsoft.com/office/drawing/2014/main" id="{898189FB-7945-D187-DA46-BF749BFC9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136" y="2400741"/>
            <a:ext cx="1563540" cy="70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Scholar - Service Commun de la Documentation">
            <a:extLst>
              <a:ext uri="{FF2B5EF4-FFF2-40B4-BE49-F238E27FC236}">
                <a16:creationId xmlns:a16="http://schemas.microsoft.com/office/drawing/2014/main" id="{F53E98AB-7B57-0835-731D-E0C87A467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585" y="2741749"/>
            <a:ext cx="160020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view: PASQAL's Pulser Studio. …and Pulser, too. Why not? | by Brian N.  Siegelwax | The Modern Scientist | Medium">
            <a:extLst>
              <a:ext uri="{FF2B5EF4-FFF2-40B4-BE49-F238E27FC236}">
                <a16:creationId xmlns:a16="http://schemas.microsoft.com/office/drawing/2014/main" id="{0759B080-C630-3DF6-E49F-D287FC457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375" y="4301778"/>
            <a:ext cx="3916419" cy="175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62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Présentation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orale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B06FF08-3B64-874F-7DD8-42547CB9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43" y="1845271"/>
            <a:ext cx="7808861" cy="4341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fr-FR" sz="2400" dirty="0"/>
              <a:t>Projet : Thèmes au choix :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Présentation d’une technologie quantique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Principes physiques fondamentaux et fonctionnement du hardware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Principaux acteurs du développement (entreprise, universités, etc…)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>
                <a:solidFill>
                  <a:schemeClr val="accent6"/>
                </a:solidFill>
              </a:rPr>
              <a:t>ex : Ordinateurs quantiques à atomes neutres, à ions piégés…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b="1" dirty="0">
                <a:solidFill>
                  <a:srgbClr val="C00000"/>
                </a:solidFill>
              </a:rPr>
              <a:t>Plus exigeant car déjà (au moins partiellement) abordé en cours</a:t>
            </a:r>
            <a:endParaRPr lang="fr-FR" sz="1600" b="1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Présentation d’un acteur de l’écosystème quantique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Entreprises développant leurs technologies, mais pas que…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Passé, présent et futur de l’acteur.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>
                <a:solidFill>
                  <a:schemeClr val="accent6"/>
                </a:solidFill>
              </a:rPr>
              <a:t>ex : La Quantum Energy Initiative, Le </a:t>
            </a:r>
            <a:r>
              <a:rPr lang="fr-FR" sz="1600" dirty="0" err="1">
                <a:solidFill>
                  <a:schemeClr val="accent6"/>
                </a:solidFill>
              </a:rPr>
              <a:t>Lab</a:t>
            </a:r>
            <a:r>
              <a:rPr lang="fr-FR" sz="1600" dirty="0">
                <a:solidFill>
                  <a:schemeClr val="accent6"/>
                </a:solidFill>
              </a:rPr>
              <a:t> Quantique…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Domaine d’application de l’informatique quantique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Approches quantiques équivalentes aux méthodes classiques actuelles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/>
              <a:t>Évaluation de la plus-value à utiliser le quantique (temps de calcul, qualité de résultat, énergie…)</a:t>
            </a:r>
          </a:p>
          <a:p>
            <a:pPr lvl="2">
              <a:buFont typeface="Arial" panose="020B0604020202020204" pitchFamily="34" charset="0"/>
              <a:buChar char="-"/>
            </a:pPr>
            <a:r>
              <a:rPr lang="fr-FR" sz="1600" dirty="0">
                <a:solidFill>
                  <a:schemeClr val="accent6"/>
                </a:solidFill>
              </a:rPr>
              <a:t>ex : Le machine learning quantique, les télécommunications quantiques…</a:t>
            </a:r>
          </a:p>
        </p:txBody>
      </p:sp>
      <p:pic>
        <p:nvPicPr>
          <p:cNvPr id="2050" name="Picture 2" descr="Quantum Energy Initiative - PCQT">
            <a:extLst>
              <a:ext uri="{FF2B5EF4-FFF2-40B4-BE49-F238E27FC236}">
                <a16:creationId xmlns:a16="http://schemas.microsoft.com/office/drawing/2014/main" id="{D3884988-72C4-14E1-2739-149348C67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622" y="4098473"/>
            <a:ext cx="1510105" cy="63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ntanglement Swapping. Two EPR pairs are generated and distributed: i)... |  Download Scientific Diagram">
            <a:extLst>
              <a:ext uri="{FF2B5EF4-FFF2-40B4-BE49-F238E27FC236}">
                <a16:creationId xmlns:a16="http://schemas.microsoft.com/office/drawing/2014/main" id="{405EA64C-B68E-EDB5-F2FB-B05DDD171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781" y="4445251"/>
            <a:ext cx="2578017" cy="192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Qu'est-ce que l'informatique quantique ?">
            <a:extLst>
              <a:ext uri="{FF2B5EF4-FFF2-40B4-BE49-F238E27FC236}">
                <a16:creationId xmlns:a16="http://schemas.microsoft.com/office/drawing/2014/main" id="{F7B4A4D5-F009-EF40-7B2A-07BE2ADD54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2" r="3" b="2286"/>
          <a:stretch/>
        </p:blipFill>
        <p:spPr bwMode="auto">
          <a:xfrm>
            <a:off x="8266932" y="2114885"/>
            <a:ext cx="2685109" cy="157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33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Présentation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orale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B06FF08-3B64-874F-7DD8-42547CB9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01" y="2045040"/>
            <a:ext cx="12039697" cy="4341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fr-FR" sz="2400" dirty="0"/>
              <a:t>Idées de sujets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Présentation de la startup Pasqal / Quandela / Alice &amp; Bob / Siquance…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L’informatique quantique chez IBM / Google / Microsoft / au MIT…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La Quantum Energy Initiative / Les plans de financement pour le quantique en France…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L'ordinateur quantique à atomes neutres / photoniques / à centres NV… 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Le machine learning quantique / les télécommunications quantiques…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L’informatique quantique pour la finance / pour la santé…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fr-FR" sz="2000" dirty="0"/>
              <a:t>…</a:t>
            </a:r>
          </a:p>
          <a:p>
            <a:pPr lvl="1">
              <a:buFont typeface="Arial" panose="020B0604020202020204" pitchFamily="34" charset="0"/>
              <a:buChar char="-"/>
            </a:pPr>
            <a:endParaRPr lang="fr-FR" sz="2000" dirty="0"/>
          </a:p>
          <a:p>
            <a:pPr lvl="1">
              <a:buFont typeface="Arial" panose="020B0604020202020204" pitchFamily="34" charset="0"/>
              <a:buChar char="-"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47300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B637C-ECA2-D8E1-AEBC-C6EB6E755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40CBD138-D974-5F86-BCAA-DBB493CFD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97C2EF49-273D-4C18-AAE1-2EAF7CCA9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D758EBFA-D7F7-3ED2-0E10-1474D2BEE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5591AD2-84C0-2A5E-2FD8-E9EFFCAF3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A6E7DE-5298-D08E-0425-95A7189B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Présentation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orale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4E73A-99F4-DF54-DF99-07991ABE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8C9DF5F-186A-9E2A-8DA2-4A2D75061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01" y="2045040"/>
            <a:ext cx="12039697" cy="4341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fr-FR" sz="2400" dirty="0"/>
              <a:t>Barème :</a:t>
            </a:r>
          </a:p>
          <a:p>
            <a:pPr lvl="1">
              <a:buFont typeface="Arial" panose="020B0604020202020204" pitchFamily="34" charset="0"/>
              <a:buChar char="-"/>
            </a:pPr>
            <a:endParaRPr lang="fr-FR" sz="2000" dirty="0"/>
          </a:p>
          <a:p>
            <a:pPr lvl="1">
              <a:buFont typeface="Arial" panose="020B0604020202020204" pitchFamily="34" charset="0"/>
              <a:buChar char="-"/>
            </a:pPr>
            <a:endParaRPr lang="fr-FR" sz="1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BE70568-DA67-E7B7-0484-E284715F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952" y="2724543"/>
            <a:ext cx="10094653" cy="24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2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Grand écran</PresentationFormat>
  <Paragraphs>43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Thème Office</vt:lpstr>
      <vt:lpstr>1_Thème Office</vt:lpstr>
      <vt:lpstr>Présentation orale</vt:lpstr>
      <vt:lpstr>Présentation orale</vt:lpstr>
      <vt:lpstr>Présentation orale</vt:lpstr>
      <vt:lpstr>Présentation orale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Timothe Presles</dc:creator>
  <cp:lastModifiedBy>Timothe Presles</cp:lastModifiedBy>
  <cp:revision>1</cp:revision>
  <dcterms:created xsi:type="dcterms:W3CDTF">2025-11-17T09:01:12Z</dcterms:created>
  <dcterms:modified xsi:type="dcterms:W3CDTF">2025-11-17T09:06:02Z</dcterms:modified>
</cp:coreProperties>
</file>